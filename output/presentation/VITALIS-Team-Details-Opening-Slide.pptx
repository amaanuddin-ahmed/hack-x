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86e34b49284e04" /><Relationship Type="http://schemas.openxmlformats.org/officeDocument/2006/relationships/extended-properties" Target="/docProps/app.xml" Id="R3bf5ec446f0c4a90" /><Relationship Type="http://schemas.openxmlformats.org/officeDocument/2006/relationships/officeDocument" Target="/ppt/presentation.xml" Id="R92426facc654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732cec52714368"/>
  </p:sldMasterIdLst>
  <p:notesMasterIdLst>
    <p:notesMasterId xmlns:r="http://schemas.openxmlformats.org/officeDocument/2006/relationships" r:id="R8fa23c08851e4037"/>
  </p:notesMasterIdLst>
  <p:sldIdLst>
    <p:sldId xmlns:r="http://schemas.openxmlformats.org/officeDocument/2006/relationships" id="256" r:id="Rccc8e8a988cd45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53483f304475e" /><Relationship Type="http://schemas.openxmlformats.org/officeDocument/2006/relationships/slideMaster" Target="/ppt/slideMasters/slideMaster1.xml" Id="Rd9732cec52714368" /><Relationship Type="http://schemas.openxmlformats.org/officeDocument/2006/relationships/notesMaster" Target="/ppt/notesMasters/notesMaster1.xml" Id="R8fa23c08851e4037" /><Relationship Type="http://schemas.openxmlformats.org/officeDocument/2006/relationships/presProps" Target="/ppt/presProps.xml" Id="R8ea1dc4bb7a74eae" /><Relationship Type="http://schemas.openxmlformats.org/officeDocument/2006/relationships/tableStyles" Target="/ppt/tableStyles.xml" Id="R6e79dcf2b0d54382" /><Relationship Type="http://schemas.openxmlformats.org/officeDocument/2006/relationships/slide" Target="/ppt/slides/slide1.xml" Id="Rccc8e8a988cd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7550a4a9b4c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e7fc4808344b1" /><Relationship Type="http://schemas.openxmlformats.org/officeDocument/2006/relationships/notesMaster" Target="/ppt/notesMasters/notesMaster1.xml" Id="R7578fccb0b2c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innovation problem statement written from the Vitalis concept discussed with the user.</a:t>
            </a:r>
          </a:p>
          <a:p xmlns:a="http://schemas.openxmlformats.org/drawingml/2006/main">
            <a:r>
              <a:t>The solution is framed as proposed and does not claim to diagnose or replace a clinician.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d6613d7e148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c490f574e4a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06dcc29684e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68432de0545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a05f1a4b440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ab38ba2c0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2E1612-AA58-4417-AB0C-C0B193C26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CEF8C7-8E4E-4C29-B40A-02470B662A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93AC09-2426-4A1F-8259-9013152F0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963DDC-52AF-4D6E-8375-CEFEB85B3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B8A6CA-9C8F-4BCA-90AF-238741567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F235B9-14CC-4E3C-BE07-77F8E0E8F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BF364F-7DC5-492F-8E9A-73FD268C5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30AEE1-B7BD-48F0-8216-10A9646479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A9A4D8-5855-4828-8F65-60D3CD34B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26F660-76EA-4A10-8952-4C3EE6B72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8aa09c9804620" /><Relationship Type="http://schemas.openxmlformats.org/officeDocument/2006/relationships/slideLayout" Target="/ppt/slideLayouts/slideLayout1.xml" Id="Rcf28f22f15e047cb" /><Relationship Type="http://schemas.openxmlformats.org/officeDocument/2006/relationships/slideLayout" Target="/ppt/slideLayouts/slideLayout2.xml" Id="R51766c5527824f70" /><Relationship Type="http://schemas.openxmlformats.org/officeDocument/2006/relationships/slideLayout" Target="/ppt/slideLayouts/slideLayout3.xml" Id="Rf2405096ac454fe7" /><Relationship Type="http://schemas.openxmlformats.org/officeDocument/2006/relationships/slideLayout" Target="/ppt/slideLayouts/slideLayout4.xml" Id="R1653aa105f6646c7" /><Relationship Type="http://schemas.openxmlformats.org/officeDocument/2006/relationships/slideLayout" Target="/ppt/slideLayouts/slideLayout5.xml" Id="R274deb7a26cf44b0" /><Relationship Type="http://schemas.openxmlformats.org/officeDocument/2006/relationships/slideLayout" Target="/ppt/slideLayouts/slideLayout6.xml" Id="Rc239abcf874443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28f22f15e047cb"/>
    <p:sldLayoutId xmlns:r="http://schemas.openxmlformats.org/officeDocument/2006/relationships" id="2147483650" r:id="R51766c5527824f70"/>
    <p:sldLayoutId xmlns:r="http://schemas.openxmlformats.org/officeDocument/2006/relationships" id="2147483651" r:id="Rf2405096ac454fe7"/>
    <p:sldLayoutId xmlns:r="http://schemas.openxmlformats.org/officeDocument/2006/relationships" id="2147483652" r:id="R1653aa105f6646c7"/>
    <p:sldLayoutId xmlns:r="http://schemas.openxmlformats.org/officeDocument/2006/relationships" id="2147483653" r:id="R274deb7a26cf44b0"/>
    <p:sldLayoutId xmlns:r="http://schemas.openxmlformats.org/officeDocument/2006/relationships" id="2147483654" r:id="Rc239abcf874443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823b8d95545f6" /><Relationship Type="http://schemas.openxmlformats.org/officeDocument/2006/relationships/notesSlide" Target="/ppt/notesSlides/notesSlide1.xml" Id="R87154f5488c74b0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AF7"/>
            </a:gs>
            <a:gs pos="100000">
              <a:srgbClr val="FBFCFC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7007B-8725-498E-8E36-D8474926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06"/>
          </a:bodyPr>
          <a:lstStyle xmlns:a="http://schemas.openxmlformats.org/drawingml/2006/main">
            <a:defPPr algn="l">
              <a:defRPr sz="36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B4A"/>
                </a:solidFill>
                <a:latin typeface="Arial"/>
                <a:ea typeface="Arial"/>
                <a:cs typeface="Arial"/>
              </a:rPr>
              <a:t>TEAM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B8BF0-A82E-48CD-B3FD-E1AB5378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E44D1-3BDD-46F1-8D3E-E22FB02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6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A32E7-13BF-4417-B292-539864F5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4A"/>
                </a:solidFill>
                <a:latin typeface="Arial"/>
                <a:ea typeface="Arial"/>
                <a:cs typeface="Arial"/>
              </a:rPr>
              <a:t>Team Name: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5ADB-6524-4221-A219-B0CD0B7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97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B4A"/>
                </a:solidFill>
                <a:latin typeface="Arial"/>
                <a:ea typeface="Arial"/>
                <a:cs typeface="Arial"/>
              </a:rPr>
              <a:t>VITALIS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DB54D-D5DD-4267-BA4E-A7E03721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6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0A911-1050-43B0-8967-BD89EE3C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4A"/>
                </a:solidFill>
                <a:latin typeface="Arial"/>
                <a:ea typeface="Arial"/>
                <a:cs typeface="Arial"/>
              </a:rPr>
              <a:t>Theme: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17599-090F-4285-815D-0D7C6F00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908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B4A"/>
                </a:solidFill>
                <a:latin typeface="Arial"/>
                <a:ea typeface="Arial"/>
                <a:cs typeface="Arial"/>
              </a:rPr>
              <a:t>Health 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AF20B-025B-4EC0-B0A7-F966019A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6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6D38F-86C3-488B-9E9A-0DE4BA33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>
            <a:defPPr algn="l"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4A"/>
                </a:solidFill>
                <a:latin typeface="Arial"/>
                <a:ea typeface="Arial"/>
                <a:cs typeface="Arial"/>
              </a:rPr>
              <a:t>Problem Statement: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6F665-AB24-45E4-9FA8-146C84E5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1017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>
            <a:defPPr algn="l"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B4A"/>
                </a:solidFill>
                <a:latin typeface="Arial"/>
                <a:ea typeface="Arial"/>
                <a:cs typeface="Arial"/>
              </a:rPr>
              <a:t>People often choose packaged foods without an easy way to connect nutrition information with their personal health needs and lifestyle.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1B242-114C-45C0-B7C3-D23548DE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6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0D343-297D-4BA1-9B45-3F70AA32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>
            <a:defPPr algn="l"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4A"/>
                </a:solidFill>
                <a:latin typeface="Arial"/>
                <a:ea typeface="Arial"/>
                <a:cs typeface="Arial"/>
              </a:rPr>
              <a:t>Proposed Solution: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23D81-6F3D-4005-AA29-F3DE8A5F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1017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7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B4A"/>
                </a:solidFill>
                <a:latin typeface="Arial"/>
                <a:ea typeface="Arial"/>
                <a:cs typeface="Arial"/>
              </a:rPr>
              <a:t>VITALIS is a proposed AI-based personal food guide and health-awareness assistant that connects a user’s profile with food-label insights to offer clear, contextual guidance.</a:t>
            </a:r>
          </a:p>
        </p:txBody>
      </p:sp>
    </p:spTree>
    <p:extLst>
      <p:ext uri="{BB962C8B-B14F-4D97-AF65-F5344CB8AC3E}">
        <p14:creationId xmlns:p14="http://schemas.microsoft.com/office/powerpoint/2010/main" val="872390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2026-10-09T14:35:06.6030000Z</dcterms:created>
  <dcterms:modified xsi:type="dcterms:W3CDTF">2026-10-09T14:35:06.6030000Z</dcterms:modified>
</coreProperties>
</file>